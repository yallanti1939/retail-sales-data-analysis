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Retail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Python, SQL, Excel, and dashboard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Total Revenue: 22,110,868.80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Total Transactions: 18,259.00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Total Countries: 38.00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399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Total Products: 3,096.00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Average Order Value: 1,210.96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Trends and Revenue Drivers</a:t>
            </a:r>
          </a:p>
        </p:txBody>
      </p:sp>
      <p:pic>
        <p:nvPicPr>
          <p:cNvPr id="3" name="Picture 2" descr="monthly_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931920" cy="1758599"/>
          </a:xfrm>
          <a:prstGeom prst="rect">
            <a:avLst/>
          </a:prstGeom>
        </p:spPr>
      </p:pic>
      <p:pic>
        <p:nvPicPr>
          <p:cNvPr id="4" name="Picture 3" descr="top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931920" cy="21189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Highest revenue country is United Kingdom with 19,332,453.30 in sales.</a:t>
            </a:r>
          </a:p>
          <a:p>
            <a:pPr>
              <a:defRPr sz="1800"/>
            </a:pPr>
            <a:r>
              <a:t>Highest selling product by revenue is WHITE HANGING HEART T-LIGHT HOLDER (1787583).</a:t>
            </a:r>
          </a:p>
          <a:p>
            <a:pPr>
              <a:defRPr sz="1800"/>
            </a:pPr>
            <a:r>
              <a:t>Best sales month is 2019-01.</a:t>
            </a:r>
          </a:p>
          <a:p>
            <a:pPr>
              <a:defRPr sz="1800"/>
            </a:pPr>
            <a:r>
              <a:t>Peak shopping hour is 08:00.</a:t>
            </a:r>
          </a:p>
          <a:p>
            <a:pPr>
              <a:defRPr sz="1800"/>
            </a:pPr>
            <a:r>
              <a:t>Average transaction value is 1,210.96.</a:t>
            </a:r>
          </a:p>
          <a:p>
            <a:pPr>
              <a:defRPr sz="1800"/>
            </a:pPr>
            <a:r>
              <a:t>Strongest seasonal quarter is Q4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